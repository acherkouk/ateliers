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h3cc39112f3caf9d6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h3cc39112f3caf9d6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Formaliser les fonctionnalités de l'Administrateur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Par Mohamed Amine Acherkouk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idx="1" type="body"/>
          </p:nvPr>
        </p:nvSpPr>
        <p:spPr>
          <a:xfrm>
            <a:off x="311700" y="151075"/>
            <a:ext cx="8520600" cy="514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Comme dans le tutoriel préc</a:t>
            </a:r>
            <a:r>
              <a:rPr lang="en"/>
              <a:t>édent, pour écrire une fonctionnalité, on utilise la règle : Acteur + Action + Élément</a:t>
            </a:r>
            <a:br>
              <a:rPr lang="en"/>
            </a:br>
            <a:r>
              <a:rPr lang="en"/>
              <a:t>On a déjà appliqué cette règle pour le Visiteur. On va maintenant l’appliquer pour l’Administrateur: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Articles</a:t>
            </a:r>
            <a:r>
              <a:rPr lang="en"/>
              <a:t> :</a:t>
            </a:r>
            <a:br>
              <a:rPr lang="en"/>
            </a:br>
            <a:r>
              <a:rPr lang="en"/>
              <a:t>L’Administrateur liste les articles.</a:t>
            </a:r>
            <a:br>
              <a:rPr lang="en"/>
            </a:br>
            <a:r>
              <a:rPr lang="en"/>
              <a:t>L’Administrateur ajoute un article.</a:t>
            </a:r>
            <a:br>
              <a:rPr lang="en"/>
            </a:br>
            <a:r>
              <a:rPr lang="en"/>
              <a:t>L’Administrateur modifie un article.</a:t>
            </a:r>
            <a:br>
              <a:rPr lang="en"/>
            </a:br>
            <a:r>
              <a:rPr lang="en"/>
              <a:t>L’Administrateur supprime un article.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/>
              <a:t>Catégories</a:t>
            </a:r>
            <a:r>
              <a:rPr lang="en"/>
              <a:t> :</a:t>
            </a:r>
            <a:br>
              <a:rPr lang="en"/>
            </a:br>
            <a:r>
              <a:rPr lang="en"/>
              <a:t>L’Administrateur liste les catégories.</a:t>
            </a:r>
            <a:br>
              <a:rPr lang="en"/>
            </a:br>
            <a:r>
              <a:rPr lang="en"/>
              <a:t>L’Administrateur ajoute une catégorie.</a:t>
            </a:r>
            <a:br>
              <a:rPr lang="en"/>
            </a:br>
            <a:r>
              <a:rPr lang="en"/>
              <a:t>L’Administrateur modifie une catégorie.</a:t>
            </a:r>
            <a:br>
              <a:rPr lang="en"/>
            </a:br>
            <a:r>
              <a:rPr lang="en"/>
              <a:t>L’Administrateur supprime une catégorie.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