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h2536cbf9c23b7347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h2536cbf9c23b7347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Repérer les actions de l'Administrateur</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1400"/>
              <a:t>Par Mohamed Amine Acherkouk</a:t>
            </a:r>
            <a:endParaRPr sz="1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idx="1" type="body"/>
          </p:nvPr>
        </p:nvSpPr>
        <p:spPr>
          <a:xfrm>
            <a:off x="311700" y="291825"/>
            <a:ext cx="8520600" cy="4277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Chaque site doit avoir une page d'administration pour pouvoir le gérer (Créer, Lire, Modifier, Supprimer (ou CRUD en abrégé)).</a:t>
            </a:r>
            <a:endParaRPr/>
          </a:p>
          <a:p>
            <a:pPr indent="0" lvl="0" marL="0" rtl="0" algn="l">
              <a:spcBef>
                <a:spcPts val="1200"/>
              </a:spcBef>
              <a:spcAft>
                <a:spcPts val="0"/>
              </a:spcAft>
              <a:buNone/>
            </a:pPr>
            <a:r>
              <a:rPr lang="en"/>
              <a:t>Dans notre cas dans notre site de blog, nous pouvons :</a:t>
            </a:r>
            <a:endParaRPr/>
          </a:p>
          <a:p>
            <a:pPr indent="0" lvl="0" marL="0" rtl="0" algn="l">
              <a:spcBef>
                <a:spcPts val="1200"/>
              </a:spcBef>
              <a:spcAft>
                <a:spcPts val="0"/>
              </a:spcAft>
              <a:buNone/>
            </a:pPr>
            <a:r>
              <a:rPr lang="en"/>
              <a:t>Créer un article</a:t>
            </a:r>
            <a:br>
              <a:rPr lang="en"/>
            </a:br>
            <a:r>
              <a:rPr lang="en"/>
              <a:t>Lire l’article</a:t>
            </a:r>
            <a:br>
              <a:rPr lang="en"/>
            </a:br>
            <a:r>
              <a:rPr lang="en"/>
              <a:t>Modifier l’article</a:t>
            </a:r>
            <a:br>
              <a:rPr lang="en"/>
            </a:br>
            <a:r>
              <a:rPr lang="en"/>
              <a:t>Supprimer l’article</a:t>
            </a:r>
            <a:endParaRPr/>
          </a:p>
          <a:p>
            <a:pPr indent="0" lvl="0" marL="0" rtl="0" algn="l">
              <a:spcBef>
                <a:spcPts val="1200"/>
              </a:spcBef>
              <a:spcAft>
                <a:spcPts val="1200"/>
              </a:spcAft>
              <a:buClr>
                <a:schemeClr val="dk1"/>
              </a:buClr>
              <a:buSzPts val="1100"/>
              <a:buFont typeface="Arial"/>
              <a:buNone/>
            </a:pPr>
            <a:r>
              <a:rPr lang="en"/>
              <a:t>On peut aussi gérer les catégories des article (Créer un catégorie, Lire la catégorie, Modifier la catégorie, Supprimer la catégorie) et remplir le formulaire (Titre, Image, Catégorie, Contenu) et l’enregistrer et se déconnecter</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